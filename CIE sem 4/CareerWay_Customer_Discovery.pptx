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heme" Target="theme/theme1.xml"/><Relationship Id="rId5" Type="http://schemas.openxmlformats.org/officeDocument/2006/relationships/slide" Target="slides/slide4.xml"/><Relationship Id="rId10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3/16/2025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460D47-75CD-497D-BC88-FA41997D2E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6858001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9009592-A5E6-4C28-98E1-2066732DDB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0D59619-E7E2-49E5-B842-23F79868B4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6A0E474-BC1B-4020-8F1C-5DB17CF64A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1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74295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57249" y="1676401"/>
            <a:ext cx="5086350" cy="1752600"/>
          </a:xfrm>
        </p:spPr>
        <p:txBody>
          <a:bodyPr anchor="t">
            <a:normAutofit/>
          </a:bodyPr>
          <a:lstStyle/>
          <a:p>
            <a:pPr algn="l"/>
            <a:r>
              <a:t>CareerWay: Customer Discovery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57249" y="3429000"/>
            <a:ext cx="5086350" cy="1752600"/>
          </a:xfrm>
        </p:spPr>
        <p:txBody>
          <a:bodyPr>
            <a:normAutofit/>
          </a:bodyPr>
          <a:lstStyle/>
          <a:p>
            <a:pPr algn="l"/>
            <a:r>
              <a:rPr lang="en-US" sz="2800">
                <a:solidFill>
                  <a:schemeClr val="tx1">
                    <a:alpha val="55000"/>
                  </a:schemeClr>
                </a:solidFill>
              </a:rPr>
              <a:t>Understanding our audience and validating our solution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Problem Statement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Students in Tier-2 &amp; Tier-3 cities lack exposure to diverse career opportunities.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Existing career platforms focus on academics, not personalized career guidance.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Many students are unaware of scholarships, internships, and skill-building programs.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Traditional career counseling is expensive and inaccessible.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Target Audience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High school students (Grades 9-12) exploring career options.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College students seeking internships, scholarships, and career roadmaps.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Parents &amp; teachers who influence career decisions.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Ed-tech platforms &amp; universities for partnerships.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Survey &amp; Interview Findings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75% of students felt overwhelmed by career choices and wanted AI guidance.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60% were unaware of available scholarships and internships.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82% found traditional career counseling too expensive or unavailable.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70% preferred gamified career exploration over static career lists.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Market Validation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India (Tier-2 &amp; Tier-3 Cities) → 50 million+ students seeking career guidance.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Global Market → 500+ million students (high school &amp; undergrad).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Growing demand for AI-driven career counseling solutions.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Pilot Testing Feedback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Users loved the swipe-based career cards for exploring options.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AI chatbot was engaging and felt like a mentor.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Mini-games made career exploration exciting and hands-on.</a:t>
            </a:r>
          </a:p>
          <a:p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Strong interest in personalized career roadmaps.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Conclusion &amp; Next Steps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Strong validation for AI-powered career guidance.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• Next Steps: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  - Expand user testing and refine AI chatbot.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  - Develop more interactive career mini-games.</a:t>
            </a:r>
          </a:p>
          <a:p>
            <a:pPr>
              <a:lnSpc>
                <a:spcPct val="90000"/>
              </a:lnSpc>
            </a:pPr>
            <a:r>
              <a:rPr lang="en-US" sz="2100">
                <a:solidFill>
                  <a:schemeClr val="tx1">
                    <a:alpha val="55000"/>
                  </a:schemeClr>
                </a:solidFill>
              </a:rPr>
              <a:t>  - Strengthen partnerships with ed-tech platforms and universities.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Office PowerPoint</Application>
  <PresentationFormat>On-screen Show (4:3)</PresentationFormat>
  <Paragraphs>0</Paragraphs>
  <Slides>7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8" baseType="lpstr">
      <vt:lpstr>Office Theme</vt:lpstr>
      <vt:lpstr>CareerWay: Customer Discovery</vt:lpstr>
      <vt:lpstr>Problem Statement</vt:lpstr>
      <vt:lpstr>Target Audience</vt:lpstr>
      <vt:lpstr>Survey &amp; Interview Findings</vt:lpstr>
      <vt:lpstr>Market Validation</vt:lpstr>
      <vt:lpstr>Pilot Testing Feedback</vt:lpstr>
      <vt:lpstr>Conclusion &amp; Next Steps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7</cp:revision>
  <dcterms:created xsi:type="dcterms:W3CDTF">2013-01-27T09:14:16Z</dcterms:created>
  <dcterms:modified xsi:type="dcterms:W3CDTF">2025-03-16T15:36:51Z</dcterms:modified>
  <cp:category/>
</cp:coreProperties>
</file>