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CareerWay: Value Proposition &amp; Business Model Canvas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Defining our unique value and business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 Canvas (VPC)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📌 **Customer Segment (Who do we serve?)**</a:t>
            </a:r>
          </a:p>
          <a:p>
            <a:r>
              <a:t>- High school &amp; college students exploring careers.</a:t>
            </a:r>
          </a:p>
          <a:p>
            <a:r>
              <a:t>- Parents &amp; teachers seeking career guidance resources.</a:t>
            </a:r>
          </a:p>
          <a:p>
            <a:r>
              <a:t>- Ed-tech platforms &amp; universities looking for partnerships.</a:t>
            </a:r>
          </a:p>
          <a:p/>
          <a:p>
            <a:r>
              <a:t>💡 **Customer Pains (Challenges faced)**</a:t>
            </a:r>
          </a:p>
          <a:p>
            <a:r>
              <a:t>- Limited access to career counseling.</a:t>
            </a:r>
          </a:p>
          <a:p>
            <a:r>
              <a:t>- Lack of awareness about scholarships &amp; internships.</a:t>
            </a:r>
          </a:p>
          <a:p>
            <a:r>
              <a:t>- Overwhelming number of career options without guidance.</a:t>
            </a:r>
          </a:p>
          <a:p/>
          <a:p>
            <a:r>
              <a:t>🚀 **CareerWay Gains (How we help)**</a:t>
            </a:r>
          </a:p>
          <a:p>
            <a:r>
              <a:t>- AI-powered career chat provides personalized guidance.</a:t>
            </a:r>
          </a:p>
          <a:p>
            <a:r>
              <a:t>- Real-time scholarships &amp; internships improve opportunities.</a:t>
            </a:r>
          </a:p>
          <a:p>
            <a:r>
              <a:t>- Gamified career exploration with interactive mini-games.</a:t>
            </a:r>
          </a:p>
          <a:p/>
          <a:p>
            <a:r>
              <a:t>🎯 **Product &amp; Service Offerings**</a:t>
            </a:r>
          </a:p>
          <a:p>
            <a:r>
              <a:t>- AI-driven career matching &amp; roadmap.</a:t>
            </a:r>
          </a:p>
          <a:p>
            <a:r>
              <a:t>- 2D mini-games for career role simulation.</a:t>
            </a:r>
          </a:p>
          <a:p>
            <a:r>
              <a:t>- Real-time career market insights &amp; mentorship.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Canvas (BMC)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📌 **Key Partners**</a:t>
            </a:r>
          </a:p>
          <a:p>
            <a:r>
              <a:t>- Ed-tech platforms (Udemy, Coursera, UpGrad).</a:t>
            </a:r>
          </a:p>
          <a:p>
            <a:r>
              <a:t>- Universities &amp; career mentors.</a:t>
            </a:r>
          </a:p>
          <a:p>
            <a:r>
              <a:t>- Job portals (LinkedIn, Internshala).</a:t>
            </a:r>
          </a:p>
          <a:p/>
          <a:p>
            <a:r>
              <a:t>💡 **Key Activities**</a:t>
            </a:r>
          </a:p>
          <a:p>
            <a:r>
              <a:t>- AI chatbot development &amp; data-driven career matching.</a:t>
            </a:r>
          </a:p>
          <a:p>
            <a:r>
              <a:t>- Content curation &amp; real-time updates on scholarships/internships.</a:t>
            </a:r>
          </a:p>
          <a:p>
            <a:r>
              <a:t>- Gamification through 2D interactive career games.</a:t>
            </a:r>
          </a:p>
          <a:p/>
          <a:p>
            <a:r>
              <a:t>🎯 **Value Proposition**</a:t>
            </a:r>
          </a:p>
          <a:p>
            <a:r>
              <a:t>- AI-powered career discovery with personalized guidance.</a:t>
            </a:r>
          </a:p>
          <a:p>
            <a:r>
              <a:t>- Gamified career exploration for engagement.</a:t>
            </a:r>
          </a:p>
          <a:p>
            <a:r>
              <a:t>- Real-time career opportunities &amp; scholarships.</a:t>
            </a:r>
          </a:p>
          <a:p/>
          <a:p>
            <a:r>
              <a:t>👨‍💻 **Customer Relationships**</a:t>
            </a:r>
          </a:p>
          <a:p>
            <a:r>
              <a:t>- AI-driven personalized interaction.</a:t>
            </a:r>
          </a:p>
          <a:p>
            <a:r>
              <a:t>- Community engagement &amp; mentorship network.</a:t>
            </a:r>
          </a:p>
          <a:p/>
          <a:p>
            <a:r>
              <a:t>📊 **Revenue Streams**</a:t>
            </a:r>
          </a:p>
          <a:p>
            <a:r>
              <a:t>- Freemium subscription model.</a:t>
            </a:r>
          </a:p>
          <a:p>
            <a:r>
              <a:t>- Course recommendations &amp; affiliate marketing.</a:t>
            </a:r>
          </a:p>
          <a:p>
            <a:r>
              <a:t>- Ad-based revenue &amp; university partnerships.</a:t>
            </a:r>
          </a:p>
          <a:p/>
          <a:p>
            <a:r>
              <a:t>🌍 **Customer Segments**</a:t>
            </a:r>
          </a:p>
          <a:p>
            <a:r>
              <a:t>- Students (high school &amp; college).</a:t>
            </a:r>
          </a:p>
          <a:p>
            <a:r>
              <a:t>- Parents &amp; teachers.</a:t>
            </a:r>
          </a:p>
          <a:p>
            <a:r>
              <a:t>- Ed-tech companies &amp; universities.</a:t>
            </a:r>
          </a:p>
          <a:p/>
          <a:p>
            <a:r>
              <a:t>🚀 **Cost Structure**</a:t>
            </a:r>
          </a:p>
          <a:p>
            <a:r>
              <a:t>- AI development &amp; cloud hosting.</a:t>
            </a:r>
          </a:p>
          <a:p>
            <a:r>
              <a:t>- Marketing &amp; user acquisition.</a:t>
            </a:r>
          </a:p>
          <a:p>
            <a:r>
              <a:t>- Game development &amp; content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